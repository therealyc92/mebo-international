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oppins"/>
              </a:defRPr>
            </a:pPr>
            <a:r>
              <a:t>Regenerative Medicine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EEAD4"/>
                </a:solidFill>
                <a:latin typeface="Poppins"/>
              </a:defRPr>
            </a:pPr>
            <a:r>
              <a:t>MEBO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BB"/>
                </a:solidFill>
                <a:latin typeface="Inter"/>
              </a:defRPr>
            </a:pPr>
            <a:r>
              <a:t>Content for Medical Technology Department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Regeneration, not just scarring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Regenerative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Moist environment</a:t>
            </a:r>
            <a:br/>
            <a:r>
              <a:t>Cell regeneration</a:t>
            </a:r>
            <a:br/>
            <a:br/>
            <a:r>
              <a:t>Maintains wound bed in physiological moist environment,</a:t>
            </a:r>
            <a:br/>
            <a:r>
              <a:t>allowing keratinocytes to migrate, proliferate, and restore epidermis naturally.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Conventional Treatment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Dry environment</a:t>
            </a:r>
            <a:br/>
            <a:r>
              <a:t>Slow scarring</a:t>
            </a:r>
            <a:br/>
            <a:br/>
            <a:r>
              <a:t>Keeps wound dry, causing tissue desiccation,</a:t>
            </a:r>
            <a:br/>
            <a:r>
              <a:t>intense pain, and eschar formation that prevents cell migration.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070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2412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Regenerative Medicine mimics the natural environment of healthy skin to promote healing from within.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The Four Pillars of Regenerative Medicine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D6E"/>
                </a:solidFill>
                <a:latin typeface="Inter"/>
              </a:defRPr>
            </a:pPr>
            <a:r>
              <a:t>Mechanism of Action — Four complementary mechanisms that transform the healing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1. Physiological Moist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663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MEBO Ointment forms a semi-permeable protective layer over the wound that retains natural moisture, prevents tissue desiccation, and maintains a pH favorable to cellular activity. This eliminates the desiccation damage that keratinocytes suffer in dry treatments.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2. Cellular Regeneration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The moist environment stimulates migration and proliferation of keratinocytes from the wound edges and skin appendages, accelerating re-epithelialization. The natural architecture of the skin is restored rather than the formation of scar tissue.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The Four Pillars of Regenerative Medicine (continued)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3. Triple Action: Analgesic, Anti-inflammatory, Antimicrobial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663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The active components of MEBO Ointment exert a synergistic effect: they relieve pain by protecting exposed nerve endings, reduce tissue inflammation, and possess broad-spectrum antibacterial activity, reducing the risk of infection without aggressive topical antibiotics.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4. Reduced Scarring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By favoring physiological regeneration over scar repair, Regenerative Medicine significantly reduces the formation of fibrous tissue. The regenerated skin shows better texture, color, and elasticity, substantially improving aesthetic and functional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Regenerative Medicine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EAD4"/>
                </a:solidFill>
                <a:latin typeface="Inter"/>
              </a:defRPr>
            </a:pPr>
            <a:r>
              <a:t>An animated explanation of how Moist Exposed Burn Therapy works at the cellular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645920"/>
            <a:ext cx="7619695" cy="3657600"/>
          </a:xfrm>
          <a:prstGeom prst="roundRect">
            <a:avLst/>
          </a:prstGeom>
          <a:solidFill>
            <a:srgbClr val="0D3B5C"/>
          </a:solidFill>
          <a:ln w="254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ter-mechani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619695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548640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EAD4"/>
                </a:solidFill>
                <a:latin typeface="Inter"/>
              </a:defRPr>
            </a:pPr>
            <a:r>
              <a:t>Video: mechanism-en.m4v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Active Ingredients of MEBO Ointment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D6E"/>
                </a:solidFill>
                <a:latin typeface="Inter"/>
              </a:defRPr>
            </a:pPr>
            <a:r>
              <a:t>A unique formulation combining active principles from traditional medicine with a modern pharmaceutical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β-Sitosterol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Phytosterols with anti-inflammatory properties that reduce tissue inflammation and favor epithelial regeneration.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Baicalein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Flavonoid compound with antioxidant and anti-inflammatory activity that protects tissue from oxidative damage.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Berberine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Alkaloid with proven broad-spectrum antimicrobial activity that prevents infections in the wound bed.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070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B3C"/>
                </a:solidFill>
                <a:latin typeface="Poppins"/>
              </a:defRPr>
            </a:pPr>
            <a:r>
              <a:t>Pharmaceutical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102412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The active ingredients are formulated in a base of beeswax and sesame oil, providing the ideal texture to maintain the moist environment and facilitate application without damaging regenerated tissue.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4F6C"/>
                </a:solidFill>
                <a:latin typeface="Poppins"/>
              </a:defRPr>
            </a:pPr>
            <a:r>
              <a:t>Regenerative Medicine vs. Silver Sulfadiazine (SSD)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Data based on comparative clinical studies published in international scientific literature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07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291840"/>
              </a:tblGrid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Clinical Parameter</a:t>
                      </a:r>
                    </a:p>
                  </a:txBody>
                  <a:tcPr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Regenerative Medicine (MEBO)</a:t>
                      </a:r>
                    </a:p>
                  </a:txBody>
                  <a:tcPr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SSD (Conventional)</a:t>
                      </a:r>
                    </a:p>
                  </a:txBody>
                  <a:tcPr>
                    <a:solidFill>
                      <a:srgbClr val="0B4F6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Healing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Physiological moist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Semi-dry with eschar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Pain relief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Fast and sustained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Moderate, requires analgesics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Re-epithelialization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Significantly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Scar formation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Reduced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Frequent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Infection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Dressing removal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Painless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Painful (debridement)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Aesthetic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Antibacterial coverage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A89F"/>
                          </a:solidFill>
                        </a:defRPr>
                      </a:pPr>
                      <a:r>
                        <a:t>Broad natural spectrum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</a:defRPr>
                      </a:pPr>
                      <a:r>
                        <a:t>Broad spectrum (silver)</a:t>
                      </a:r>
                    </a:p>
                  </a:txBody>
                  <a:tcPr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Explore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EAD4"/>
                </a:solidFill>
                <a:latin typeface="Inter"/>
              </a:defRPr>
            </a:pPr>
            <a:r>
              <a:t>Learn the details of MEBO Ointment: presentation, indications, mode of use, and safety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4754880"/>
            <a:ext cx="2743200" cy="5486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4F6C"/>
                </a:solidFill>
                <a:latin typeface="Poppins"/>
              </a:defRPr>
            </a:pPr>
            <a:r>
              <a:t>View MEBO Ointment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